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6" r:id="rId4"/>
    <p:sldId id="312" r:id="rId5"/>
    <p:sldId id="28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2/12/2024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t>2/12/2024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</a:t>
            </a:r>
            <a:b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</a:t>
            </a:r>
            <a:r>
              <a:rPr lang="en-GB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(CHC 6171)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en-US" sz="30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Lesson </a:t>
            </a:r>
            <a:r>
              <a:rPr lang="" altLang="en-US" sz="30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3000" b="1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Understanding And Implementing Deadlock </a:t>
            </a:r>
            <a:r>
              <a:rPr lang="en-GB" sz="30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Algorithms</a:t>
            </a:r>
            <a:endParaRPr lang="en-GB" altLang="en-GB" sz="3000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463675" y="2276669"/>
            <a:ext cx="8604885" cy="1348546"/>
          </a:xfrm>
        </p:spPr>
        <p:txBody>
          <a:bodyPr>
            <a:noAutofit/>
          </a:bodyPr>
          <a:lstStyle/>
          <a:p>
            <a:r>
              <a:rPr lang="en-US" sz="4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Understanding And Implementing Deadlock </a:t>
            </a:r>
            <a:r>
              <a:rPr lang="en-GB" sz="48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Algorithms </a:t>
            </a:r>
            <a:endParaRPr lang="en-GB" altLang="en-GB" sz="48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40971"/>
            <a:ext cx="9603275" cy="612783"/>
          </a:xfrm>
        </p:spPr>
        <p:txBody>
          <a:bodyPr/>
          <a:lstStyle/>
          <a:p>
            <a:r>
              <a:rPr lang="" alt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Banker’s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Algorithm</a:t>
            </a:r>
            <a:endParaRPr lang="en-US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 your shared folder via this command: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mount -t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vbfs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-o share=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SHARED_FOLDER_NAME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none /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mnt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/SHARED_FOLDER_NAME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zip file from the student website and extract the 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 the files into your shared folder.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the 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editor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edit the file in the shared folder.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needed to save and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CTRL+X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exit.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Compile the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banker’s algorithm code </a:t>
            </a:r>
            <a:r>
              <a:rPr lang="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Minix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command line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</a:t>
            </a:r>
            <a:r>
              <a:rPr lang="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answers to all the questions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next slide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78294"/>
            <a:ext cx="9603275" cy="575460"/>
          </a:xfrm>
        </p:spPr>
        <p:txBody>
          <a:bodyPr/>
          <a:lstStyle/>
          <a:p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Banker’s Algorithm</a:t>
            </a:r>
            <a:endParaRPr lang="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19684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be the content of the Need matrix?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system in a safe state? If Yes, then what is the safe sequence?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will happen if process P</a:t>
            </a:r>
            <a:r>
              <a:rPr lang="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requests one additional instance of resource type A and two instances of resource type C?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259632"/>
            <a:ext cx="9603275" cy="594121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Concluding Remarks</a:t>
            </a:r>
            <a:endParaRPr 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1996431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Continue working on your coursework for this module.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Practise the content of the practical class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See you in the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next class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223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Gill Sans MT</vt:lpstr>
      <vt:lpstr>Times New Roman</vt:lpstr>
      <vt:lpstr>Gallery</vt:lpstr>
      <vt:lpstr>Principles Of  Secure Operating Systems (CHC 6171)</vt:lpstr>
      <vt:lpstr>Understanding And Implementing Deadlock Algorithms </vt:lpstr>
      <vt:lpstr>Banker’s Algorithm</vt:lpstr>
      <vt:lpstr>Banker’s Algorithm</vt:lpstr>
      <vt:lpstr>Concluding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Secure Operating Systems (CHC 6171)</dc:title>
  <dc:creator>Walker</dc:creator>
  <cp:lastModifiedBy>Chiagoziem Chima Ukwuoma</cp:lastModifiedBy>
  <cp:revision>73</cp:revision>
  <dcterms:created xsi:type="dcterms:W3CDTF">2023-03-02T17:07:00Z</dcterms:created>
  <dcterms:modified xsi:type="dcterms:W3CDTF">2024-02-12T12:42:36Z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75DE07B177BB4E9F8BCEDF79AD3D600A</vt:lpwstr>
  </property>
  <property fmtid="{D5CDD505-2E9C-101B-9397-08002B2CF9AE}" pid="3" name="KSOProductBuildVer">
    <vt:lpwstr>1033-11.2.0.11516</vt:lpwstr>
  </property>
</Properties>
</file>