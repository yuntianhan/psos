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91" r:id="rId4"/>
    <p:sldId id="266" r:id="rId5"/>
    <p:sldId id="306" r:id="rId6"/>
    <p:sldId id="308" r:id="rId7"/>
    <p:sldId id="263" r:id="rId8"/>
    <p:sldId id="307" r:id="rId9"/>
    <p:sldId id="28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>
            <a:fillRect/>
          </a:stretch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</a:t>
            </a:r>
            <a:br>
              <a:rPr lang="en-US" alt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</a:t>
            </a:r>
            <a:r>
              <a:rPr lang="en-GB" alt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(CHC 6171)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30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Lesson </a:t>
            </a:r>
            <a:r>
              <a:rPr lang="en-US" altLang="en-US" sz="30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30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GB" sz="30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Implementing </a:t>
            </a:r>
            <a:r>
              <a:rPr lang="en-GB" sz="30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Scheduling Algorithms </a:t>
            </a:r>
            <a:r>
              <a:rPr lang="en-US" altLang="en-GB" sz="30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&amp; </a:t>
            </a:r>
            <a:r>
              <a:rPr lang="en-GB" sz="30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Semaphores</a:t>
            </a:r>
            <a:endParaRPr lang="en-GB" altLang="en-GB" sz="3000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491667" y="2416629"/>
            <a:ext cx="8604885" cy="1395199"/>
          </a:xfrm>
        </p:spPr>
        <p:txBody>
          <a:bodyPr>
            <a:noAutofit/>
          </a:bodyPr>
          <a:lstStyle/>
          <a:p>
            <a:pPr algn="ctr"/>
            <a:r>
              <a:rPr lang="en-US" altLang="en-GB" sz="4800" cap="non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Implementing </a:t>
            </a:r>
            <a:r>
              <a:rPr lang="en-GB" sz="4800" cap="non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Scheduling Algorithms </a:t>
            </a:r>
            <a:r>
              <a:rPr lang="en-US" altLang="en-GB" sz="4800" cap="non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&amp; </a:t>
            </a:r>
            <a:r>
              <a:rPr lang="en-GB" sz="4800" cap="non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Semaphores </a:t>
            </a:r>
            <a:endParaRPr lang="en-GB" altLang="en-GB" sz="4800" b="1" cap="none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444909" y="3200400"/>
            <a:ext cx="8643154" cy="630292"/>
          </a:xfrm>
        </p:spPr>
        <p:txBody>
          <a:bodyPr/>
          <a:lstStyle/>
          <a:p>
            <a:pPr algn="ctr"/>
            <a:r>
              <a:rPr lang="en-US" altLang="en-GB" cap="non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Implementing </a:t>
            </a:r>
            <a:r>
              <a:rPr lang="en-GB" cap="non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Scheduling Algorithms </a:t>
            </a:r>
            <a:endParaRPr lang="en-US" altLang="en-US" b="1" cap="none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1194318"/>
            <a:ext cx="9603275" cy="659436"/>
          </a:xfrm>
        </p:spPr>
        <p:txBody>
          <a:bodyPr/>
          <a:lstStyle/>
          <a:p>
            <a:r>
              <a:rPr lang="en-US" altLang="en-US" cap="non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Scheduling Algorithms</a:t>
            </a:r>
            <a:endParaRPr lang="en-US" alt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Mount your shared folder via this command: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mount -t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vbfs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-o share=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SHARED_FOLDER_NAME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none /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mnt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/SHARED_FOLDER_NAME</a:t>
            </a: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the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schedulingexercise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zip file from the student website and extract the 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the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 the files into your shared folder.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the 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editor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edit the file in the shared folder.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using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nano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CTRL+O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needed to save and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CTRL+X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exit.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Compile all the files from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Minix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command line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the programs and provide answers to all the questions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next slide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1212981"/>
            <a:ext cx="9605635" cy="651214"/>
          </a:xfrm>
        </p:spPr>
        <p:txBody>
          <a:bodyPr/>
          <a:lstStyle/>
          <a:p>
            <a:r>
              <a:rPr lang="en-US" alt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6790" y="2011045"/>
            <a:ext cx="6729626" cy="3966210"/>
          </a:xfrm>
        </p:spPr>
        <p:txBody>
          <a:bodyPr>
            <a:normAutofit/>
          </a:bodyPr>
          <a:lstStyle/>
          <a:p>
            <a:pPr algn="just"/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the SJF and RR scheduling algorithms by running the code givens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below five processes, with the given arrival time and burst time (the time required to complete execution). </a:t>
            </a:r>
            <a:r>
              <a:rPr lang="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quantum or timeslice for RR is 50ms.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Using your implemented algorithm determine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following:</a:t>
            </a:r>
          </a:p>
          <a:p>
            <a:pPr lvl="1" algn="just">
              <a:buFont typeface="Wingdings" panose="05000000000000000000" charset="0"/>
              <a:buChar char="Ø"/>
            </a:pP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turnaround time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buFont typeface="Wingdings" panose="05000000000000000000" charset="0"/>
              <a:buChar char="Ø"/>
            </a:pPr>
            <a:r>
              <a:rPr lang="en-US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average waiting time</a:t>
            </a:r>
          </a:p>
          <a:p>
            <a:pPr lvl="0" algn="just"/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Record your answers on your group sheet. </a:t>
            </a:r>
            <a:endParaRPr lang="en-US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38213726"/>
              </p:ext>
            </p:extLst>
          </p:nvPr>
        </p:nvGraphicFramePr>
        <p:xfrm>
          <a:off x="7884367" y="2093543"/>
          <a:ext cx="3483042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7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15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Arrival time (ms)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(ms)</a:t>
                      </a: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5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5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en-US" alt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5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5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5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P5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1278294"/>
            <a:ext cx="9603275" cy="575460"/>
          </a:xfrm>
        </p:spPr>
        <p:txBody>
          <a:bodyPr/>
          <a:lstStyle/>
          <a:p>
            <a:r>
              <a:rPr lang="en-US" alt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Exploring The </a:t>
            </a:r>
            <a:r>
              <a:rPr lang="en-US" alt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Minix</a:t>
            </a:r>
            <a:r>
              <a:rPr lang="en-US" alt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Scheduling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kind of scheduling algorithm does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Minix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use?</a:t>
            </a:r>
          </a:p>
          <a:p>
            <a:pPr algn="just"/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https://wiki.minix3.org/doku.php?id=developersguide:userspacescheduling </a:t>
            </a:r>
          </a:p>
          <a:p>
            <a:pPr algn="just"/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 to this report: “User Space Scheduling Report” </a:t>
            </a:r>
          </a:p>
          <a:p>
            <a:pPr marL="0" indent="0" algn="just">
              <a:buNone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Inspect the </a:t>
            </a:r>
            <a:r>
              <a:rPr lang="en-US" alt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Minix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Scheduling algorithm by using:</a:t>
            </a:r>
          </a:p>
          <a:p>
            <a:pPr algn="just"/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nano  /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/include/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sched.h</a:t>
            </a:r>
            <a:endParaRPr lang="en-US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454239" y="3135088"/>
            <a:ext cx="8643154" cy="56497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Exploring </a:t>
            </a:r>
            <a:r>
              <a:rPr lang="en-US" alt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Ipc</a:t>
            </a:r>
            <a:r>
              <a:rPr lang="en-US" alt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Semaphores In </a:t>
            </a:r>
            <a:r>
              <a:rPr lang="en-US" alt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Minix</a:t>
            </a:r>
            <a:endParaRPr lang="en-US" alt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1138335"/>
            <a:ext cx="9603275" cy="715419"/>
          </a:xfrm>
        </p:spPr>
        <p:txBody>
          <a:bodyPr>
            <a:normAutofit fontScale="90000"/>
          </a:bodyPr>
          <a:lstStyle/>
          <a:p>
            <a:r>
              <a:rPr lang="en-US" altLang="en-US" cap="non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Exploring IPC &amp; Semaphores In </a:t>
            </a:r>
            <a:r>
              <a:rPr lang="en-US" alt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Minix</a:t>
            </a:r>
            <a:br>
              <a:rPr lang="en-US" alt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298851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Inspect the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Minix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IPC by using:</a:t>
            </a:r>
            <a:endParaRPr lang="en-US" alt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nano  /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usr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/include/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minix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ipc.h</a:t>
            </a:r>
            <a:endParaRPr lang="en-US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Inspect the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Minix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Semaphore by using:</a:t>
            </a:r>
            <a:endParaRPr lang="en-US" alt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nano  /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usr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/include/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semaphore.h</a:t>
            </a:r>
            <a:endParaRPr lang="en-US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1250302"/>
            <a:ext cx="9603275" cy="603452"/>
          </a:xfrm>
        </p:spPr>
        <p:txBody>
          <a:bodyPr/>
          <a:lstStyle/>
          <a:p>
            <a:pPr algn="just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Concluding Remarks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3"/>
            <a:ext cx="9603275" cy="2220366"/>
          </a:xfrm>
        </p:spPr>
        <p:txBody>
          <a:bodyPr/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Continue working on your coursework for this module.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Practise the content of the practical class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See you in the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next class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</TotalTime>
  <Words>371</Words>
  <Application>Microsoft Office PowerPoint</Application>
  <PresentationFormat>Widescreen</PresentationFormat>
  <Paragraphs>50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Gill Sans MT</vt:lpstr>
      <vt:lpstr>Times New Roman</vt:lpstr>
      <vt:lpstr>Wingdings</vt:lpstr>
      <vt:lpstr>Gallery</vt:lpstr>
      <vt:lpstr>Principles Of  Secure Operating Systems (CHC 6171)</vt:lpstr>
      <vt:lpstr>Implementing Scheduling Algorithms &amp; Semaphores </vt:lpstr>
      <vt:lpstr>Implementing Scheduling Algorithms </vt:lpstr>
      <vt:lpstr>Scheduling Algorithms</vt:lpstr>
      <vt:lpstr>Scheduling Algorithms</vt:lpstr>
      <vt:lpstr>Exploring The Minix Scheduling Algorithm</vt:lpstr>
      <vt:lpstr>Exploring Ipc &amp; Semaphores In Minix</vt:lpstr>
      <vt:lpstr>Exploring IPC &amp; Semaphores In Minix </vt:lpstr>
      <vt:lpstr>Concluding Remarks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 Secure Operating Systems (CHC 6171)</dc:title>
  <dc:creator>Walker</dc:creator>
  <cp:lastModifiedBy>Chiagoziem Chima Ukwuoma</cp:lastModifiedBy>
  <cp:revision>73</cp:revision>
  <dcterms:created xsi:type="dcterms:W3CDTF">2023-03-02T17:07:00Z</dcterms:created>
  <dcterms:modified xsi:type="dcterms:W3CDTF">2024-02-12T12:47:52Z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75DE07B177BB4E9F8BCEDF79AD3D600A</vt:lpwstr>
  </property>
  <property fmtid="{D5CDD505-2E9C-101B-9397-08002B2CF9AE}" pid="3" name="KSOProductBuildVer">
    <vt:lpwstr>1033-11.2.0.11513</vt:lpwstr>
  </property>
</Properties>
</file>